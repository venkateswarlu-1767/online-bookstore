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71" r:id="rId11"/>
    <p:sldId id="272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7F1CD3-E865-4527-BCBA-8E0D9F7733B9}" v="2" dt="2026-04-16T09:19:28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A43F-FCBA-E49A-7355-25447FCD2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078" y="2046145"/>
            <a:ext cx="9603275" cy="2005262"/>
          </a:xfrm>
        </p:spPr>
        <p:txBody>
          <a:bodyPr/>
          <a:lstStyle/>
          <a:p>
            <a:r>
              <a:rPr lang="en-US" b="1" dirty="0"/>
              <a:t>Title:-  ONLINE BOOKSTORE CATEGORY</a:t>
            </a:r>
            <a:br>
              <a:rPr lang="en-US" b="1" dirty="0"/>
            </a:br>
            <a:r>
              <a:rPr lang="en-US" b="1" dirty="0"/>
              <a:t> MANAGEMENT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99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8551-1894-972E-B2FF-7AADA5F5A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AAE86-0D89-C39E-0B7B-DF699E55B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Managing categories in an online bookstore becomes complex when there are multiple levels of categories and subcategories.</a:t>
            </a:r>
          </a:p>
          <a:p>
            <a:r>
              <a:rPr lang="en-US" dirty="0"/>
              <a:t>This project provides a system to organize and manage categories using a tree structure efficiently.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90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DD10-B05F-577F-1366-C9674462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Application:-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43AF-7693-5487-518F-03FBB430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e-commerce websites (Amazon, Flipkart)</a:t>
            </a:r>
          </a:p>
          <a:p>
            <a:r>
              <a:rPr lang="en-US" dirty="0"/>
              <a:t>Helps users navigate products easily</a:t>
            </a:r>
          </a:p>
          <a:p>
            <a:r>
              <a:rPr lang="en-US" dirty="0"/>
              <a:t>Organizes books into categories like Fiction, Science, History</a:t>
            </a:r>
          </a:p>
          <a:p>
            <a:r>
              <a:rPr lang="en-US" dirty="0"/>
              <a:t>Improves search and browsing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00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90D9-C5EE-019E-6DCC-5E8F8D08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 Structure Used:-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796C-49B2-1EBF-0523-D8251C586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General Tree Data Structure</a:t>
            </a:r>
            <a:br>
              <a:rPr lang="en-US" dirty="0"/>
            </a:br>
            <a:r>
              <a:rPr lang="en-US" dirty="0"/>
              <a:t>Each node contains:</a:t>
            </a:r>
          </a:p>
          <a:p>
            <a:r>
              <a:rPr lang="en-US" dirty="0"/>
              <a:t>Category name</a:t>
            </a:r>
          </a:p>
          <a:p>
            <a:r>
              <a:rPr lang="en-US" dirty="0"/>
              <a:t>List of child categories</a:t>
            </a:r>
          </a:p>
          <a:p>
            <a:r>
              <a:rPr lang="en-US" dirty="0"/>
              <a:t>Number of children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54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F62B5-6369-F670-A523-2255F064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System Design:-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8F508-C2DC-6476-1E17-81EF5583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Menu-driven CLI (Command Line Interface)</a:t>
            </a:r>
          </a:p>
          <a:p>
            <a:r>
              <a:rPr lang="en-US" dirty="0"/>
              <a:t>Tree structure for category storage</a:t>
            </a:r>
          </a:p>
          <a:p>
            <a:r>
              <a:rPr lang="en-US" dirty="0"/>
              <a:t>Dynamic updates using user input</a:t>
            </a:r>
          </a:p>
          <a:p>
            <a:r>
              <a:rPr lang="en-US" dirty="0"/>
              <a:t>Recursive traversal for operations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599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8580-67D3-8263-12AB-5098AFD2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Algorithm:-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B501A-9D23-EADC-394A-927FE0B7D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program</a:t>
            </a:r>
          </a:p>
          <a:p>
            <a:r>
              <a:rPr lang="en-US" dirty="0"/>
              <a:t>Display menu</a:t>
            </a:r>
          </a:p>
          <a:p>
            <a:r>
              <a:rPr lang="en-US" dirty="0"/>
              <a:t>Get user choice</a:t>
            </a:r>
          </a:p>
          <a:p>
            <a:r>
              <a:rPr lang="en-US" dirty="0"/>
              <a:t> Operate (Add/Search/Delete/Update)</a:t>
            </a:r>
          </a:p>
          <a:p>
            <a:r>
              <a:rPr lang="en-US" dirty="0"/>
              <a:t>Repeat until Exit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611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FB25-34A5-E14F-90B9-F47FFE88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D1357-9E39-FC43-1D17-0F1CAAF0D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Language: C</a:t>
            </a:r>
          </a:p>
          <a:p>
            <a:r>
              <a:rPr lang="en-US" dirty="0"/>
              <a:t>Concepts used:</a:t>
            </a:r>
          </a:p>
          <a:p>
            <a:pPr lvl="1"/>
            <a:r>
              <a:rPr lang="en-US" dirty="0"/>
              <a:t>Structures</a:t>
            </a:r>
          </a:p>
          <a:p>
            <a:pPr lvl="1"/>
            <a:r>
              <a:rPr lang="en-US" dirty="0"/>
              <a:t>Pointers</a:t>
            </a:r>
          </a:p>
          <a:p>
            <a:pPr lvl="1"/>
            <a:r>
              <a:rPr lang="en-US" dirty="0"/>
              <a:t>Recursion</a:t>
            </a:r>
          </a:p>
          <a:p>
            <a:pPr lvl="1"/>
            <a:r>
              <a:rPr lang="en-US" dirty="0"/>
              <a:t>Dynamic Memory Allocation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971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600D-BA1B-6D34-8DAB-17335B03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Features:-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9A84-8E4C-8722-CF65-0F1E98F9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Add new categories</a:t>
            </a:r>
          </a:p>
          <a:p>
            <a:r>
              <a:rPr lang="en-US" dirty="0"/>
              <a:t>Display category tree</a:t>
            </a:r>
          </a:p>
          <a:p>
            <a:r>
              <a:rPr lang="en-US" dirty="0"/>
              <a:t>Search categories</a:t>
            </a:r>
          </a:p>
          <a:p>
            <a:r>
              <a:rPr lang="en-US" dirty="0"/>
              <a:t>Update category name</a:t>
            </a:r>
          </a:p>
          <a:p>
            <a:r>
              <a:rPr lang="en-US" dirty="0"/>
              <a:t>Delete category with subcategories</a:t>
            </a:r>
          </a:p>
          <a:p>
            <a:r>
              <a:rPr lang="en-US" dirty="0"/>
              <a:t>Fast operations using recursion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09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F32B-7711-63CF-E46A-78910B5B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Output:-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BDDC5-35D4-E8B7-D705-1E6F5F44A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2220"/>
            <a:ext cx="4645152" cy="801943"/>
          </a:xfrm>
        </p:spPr>
        <p:txBody>
          <a:bodyPr>
            <a:normAutofit fontScale="47500" lnSpcReduction="2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0E5CA1-DAAA-2E88-88D2-A6D529AABD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26127" y="1953491"/>
            <a:ext cx="3846375" cy="397971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E0783-CEF7-755E-25B8-4DA7722D1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 flipV="1">
            <a:off x="6412362" y="238991"/>
            <a:ext cx="4645152" cy="218210"/>
          </a:xfrm>
        </p:spPr>
        <p:txBody>
          <a:bodyPr>
            <a:normAutofit fontScale="47500" lnSpcReduction="20000"/>
          </a:bodyPr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9802E5E-3AA2-09F8-C437-E212F045230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53992" y="2064825"/>
            <a:ext cx="3846376" cy="372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6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93A7-9FE0-E29D-2E7C-B4A18954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278235-E6C5-B55C-7267-AED22A617F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098964"/>
            <a:ext cx="4645025" cy="289484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8156FB9-2166-0418-9561-07D6EB9731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3500" y="2098964"/>
            <a:ext cx="4645025" cy="289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3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10EB-8F29-6346-71F7-302EE071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A2ABD1-919B-21F4-16BB-4ACFF79790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046905"/>
            <a:ext cx="4645025" cy="305566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63C0DD-4B39-B5A3-7B69-1ADF6EBB4F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61033" y="2054921"/>
            <a:ext cx="4410691" cy="274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18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E06F-20BE-C7BE-E3F0-1332E940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A7A3F-07E0-46D9-4C68-C1AAC55E5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 way to manage hierarchical data</a:t>
            </a:r>
          </a:p>
          <a:p>
            <a:r>
              <a:rPr lang="en-US" dirty="0"/>
              <a:t>Demonstrates a tree data structure in C</a:t>
            </a:r>
          </a:p>
          <a:p>
            <a:r>
              <a:rPr lang="en-US" dirty="0"/>
              <a:t>Useful for learning Data Structures and Algorithms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973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ABF9-D39B-3B00-4B96-617C9843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Limitations:-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E66E9-09BF-373B-644B-E6B552399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10 subcategories</a:t>
            </a:r>
          </a:p>
          <a:p>
            <a:r>
              <a:rPr lang="en-US" dirty="0"/>
              <a:t>No file storage</a:t>
            </a:r>
          </a:p>
          <a:p>
            <a:r>
              <a:rPr lang="en-US" dirty="0"/>
              <a:t>Category names without spaces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34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9719-1628-7B75-03F2-DF0ADD5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Improvements:-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E9AB-B629-6F30-72B1-2F6701562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file handling (save data)</a:t>
            </a:r>
          </a:p>
          <a:p>
            <a:r>
              <a:rPr lang="en-US" dirty="0"/>
              <a:t>Case-insensitive search</a:t>
            </a:r>
          </a:p>
          <a:p>
            <a:r>
              <a:rPr lang="en-US" dirty="0"/>
              <a:t>Unlimited subcategories</a:t>
            </a:r>
          </a:p>
          <a:p>
            <a:r>
              <a:rPr lang="en-US" dirty="0"/>
              <a:t>GUI-based application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201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9951-07E7-A8F4-B4B1-85B5B327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050" y="2299022"/>
            <a:ext cx="9603275" cy="3285700"/>
          </a:xfrm>
        </p:spPr>
        <p:txBody>
          <a:bodyPr>
            <a:normAutofit/>
          </a:bodyPr>
          <a:lstStyle/>
          <a:p>
            <a:r>
              <a:rPr lang="en-IN" sz="4400" dirty="0"/>
              <a:t>Thank </a:t>
            </a:r>
            <a:br>
              <a:rPr lang="en-IN" sz="4400" dirty="0"/>
            </a:br>
            <a:r>
              <a:rPr lang="en-IN" sz="4400" dirty="0"/>
              <a:t>              You</a:t>
            </a:r>
          </a:p>
        </p:txBody>
      </p:sp>
    </p:spTree>
    <p:extLst>
      <p:ext uri="{BB962C8B-B14F-4D97-AF65-F5344CB8AC3E}">
        <p14:creationId xmlns:p14="http://schemas.microsoft.com/office/powerpoint/2010/main" val="42394881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{4EEDD3EA-3684-4F68-BEDD-7744C24DF0A3}TFc986dd65-aaf0-4d5c-bef9-9c391ee05f7b738e0fce-4a319d133af4</Template>
  <TotalTime>72</TotalTime>
  <Words>260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Title:-  ONLINE BOOKSTORE CATEGORY  MANAGEMENT SYSTEM</vt:lpstr>
      <vt:lpstr>Problem Statement:- </vt:lpstr>
      <vt:lpstr>Real-world Application:- </vt:lpstr>
      <vt:lpstr>Data Structure Used:- </vt:lpstr>
      <vt:lpstr> System Design:- </vt:lpstr>
      <vt:lpstr>Algorithm:- </vt:lpstr>
      <vt:lpstr>Implementation:- </vt:lpstr>
      <vt:lpstr>Features:- </vt:lpstr>
      <vt:lpstr>Demo Output:-</vt:lpstr>
      <vt:lpstr>  </vt:lpstr>
      <vt:lpstr> </vt:lpstr>
      <vt:lpstr>Conclusion:- </vt:lpstr>
      <vt:lpstr>Limitations:- </vt:lpstr>
      <vt:lpstr>Future Improvements:- </vt:lpstr>
      <vt:lpstr>Thank             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METTUKURU SANTHOSH REDDY</dc:creator>
  <cp:lastModifiedBy>METTUKURU SANTHOSH REDDY</cp:lastModifiedBy>
  <cp:revision>2</cp:revision>
  <dcterms:created xsi:type="dcterms:W3CDTF">2026-04-13T09:19:24Z</dcterms:created>
  <dcterms:modified xsi:type="dcterms:W3CDTF">2026-04-16T09:46:32Z</dcterms:modified>
</cp:coreProperties>
</file>